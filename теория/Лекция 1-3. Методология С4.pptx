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6858000" type="screen4x3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847B76-4688-1898-5778-7808CC175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10E476-5160-59B4-7EE0-16A69F8D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40AC-4806-4A4D-9877-3FFA56F2C929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39C69F-5E7B-86EB-BAF7-638AE6AA3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C498CD-C024-690B-7A79-941FEE68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9CCF2-DAEA-4E42-970C-73CAFFB54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81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BD624-A95D-C733-341F-6110B3304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77AD24-D2DF-0C01-0C97-81BFB3153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48DC84-3B89-0FF8-2A8B-CA28EB17F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340AC-4806-4A4D-9877-3FFA56F2C929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F1D5A0-C5F2-342A-21AE-ADACAC173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A2537B-3112-89EE-ADBC-87EE0CA62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9CCF2-DAEA-4E42-970C-73CAFFB54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69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677D2B3-5CF4-1CC8-B0AD-C37727C9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4902D6-0D4F-9039-6767-60CD1278ED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0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DDFBC9D2-4687-72B1-7B13-E147B22D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5E3D42-03C9-038C-B453-05D22D31C3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3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E87266E-E4F7-CAFF-560E-AD2779B27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B5D812-E1AF-B426-E314-E71BFF2284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5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BB7DFA1C-5783-8149-40A4-FFCD3C87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406D90-EEAD-6B15-FCF6-05F1330E18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8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0ADF0F9D-C2FB-983A-9523-AE629895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B8D3EF-4D74-A4C5-D4F9-5A0D786913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54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A9F90EF-0E58-6A44-01EA-71BC90C67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BA8303-4E27-0684-5EB4-E7301DC96A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5C7F026-6DCF-8853-C6BE-6C9550C0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C6A55E-FB61-DE5D-C12E-EE75CEA8F52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3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8CD9963-257C-1D58-26E2-F6444CF8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51C0C5-D206-671E-58C7-0F8AFC336B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39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BBDF7669-4470-0DC5-F492-65B298086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79D181-5641-05AA-85C3-9D4BB5313E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6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5555CDD6-8D02-7670-E03D-098B843FA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B3CEBD-B3EC-9C59-1A2B-B101A4F0EA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8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A8A00764-8808-74CD-37D8-8323AFAE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F39BB9-77BE-340D-6BBA-6426E84228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62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BB615882-3635-7953-1148-ECB1AAC6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CBD0A9-36CB-762C-140A-E76D56F017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30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63E424CA-7B90-4202-F36F-154FBAB8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6CA235-B515-0158-0D84-8724805D22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0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83F871A8-33AF-F2A3-5A8F-9F5C6842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2D54EB-43E6-6243-FEB8-4CE326753D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61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BAFEA141-1B58-478C-804D-4FC441B4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B9B65B-DDEC-3B67-9015-9148AD967C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69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5BC24D7-FCBA-9B5B-0EE0-A20201DF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E5DA17-93B1-73EF-DD3A-0EC030449C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D149D69-2681-E388-76A4-EC0D2F7E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BE7DE1-CA0E-1DF5-22F3-3F444CFDEA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38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53BDFC11-0A5E-E013-D75C-12336E56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632A10-26DE-B1E4-7DCA-938E9FB30E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97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495E01F-8F67-F488-DF3C-26FBA54D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9628AF-FE7C-7B75-117F-D57106DFF8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39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B230CA9F-4865-152D-CC30-8DF8D352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D54ABA-AA2A-ED22-BF1C-F15448296C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18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60E3379-E133-0282-ED2F-7119BA276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CD1E30-2182-E69D-5720-00F8F26484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77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A53887E0-160A-A27D-8EA3-7A342A4B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3E3854-D784-1A32-B06D-B56C13235F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84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C1430F24-0917-828A-67F4-D5A8C133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3D7485-9C0A-E84D-F0DC-897CCD9D15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51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D6A7F188-0CF3-07A0-20A3-C4504BA9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8811C7-116E-20F6-C694-6E936ECE35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2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DC28432-EA0F-9535-A1A4-6C866837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FC3C6E-B404-CD98-8826-89F4E5514C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4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F745232A-6841-FB43-F1B4-1BA5DEDA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2781CE-05BF-2485-DE55-656E3776CA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80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7152AFA0-9779-D3F3-E586-C9DDB654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DF38F8-B8B7-48C2-ABFE-FF4A1CD376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963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8DDC660-B0FB-82DB-62B4-F51B274F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F9F98D-4837-DF19-8E6B-385E0EF543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05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B6A753E-C269-BF3E-1D9C-153A29663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A881DD-25E8-8C53-D128-ED9D67751C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91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AF5AA01B-9675-F54D-DB74-5C4DC0DB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9B9176-C038-EC5F-81CC-7EC7D30E6D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59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2494D4E-A554-3737-4EA1-6E1BC19F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F74CFA-8272-2B43-9F86-D9423D5D28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43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026DD11-5D12-FF79-5B9D-450ACCAD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11EFB0-F377-3774-7F73-3F9C4816A7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431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7EA240B2-9B1A-F05D-45AF-32703EFC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67AA00-F9C8-815F-27DA-EC3D157DF9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50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A199408-5915-3945-B46E-38C2E3F3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8158A8-9B58-54B9-4286-B59F84BAAC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50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1036C35-C1B9-7F6C-616A-B7605739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A33C54-723E-FCBE-A4FF-EE013893EA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617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8EC5E019-1C12-999A-C869-BB5EAA91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0121BE-2E89-AC07-985E-F1307A6BE2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75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600BBDF-A0AD-9D98-BF62-BB7E080B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1DECBE-BB5B-F9B8-D0C4-5193E64AAA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51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AC3C73B4-0164-AE67-C787-F3C029492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93B81A-AB7A-E58C-7664-36BE09326A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97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6ACD6E34-6FDC-E568-FE79-F89B38761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B2974E-ECEE-474A-1246-EBA193C4C9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375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FAC5D707-66F2-5A93-35F4-02D1D335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3E5C24-EF7E-D386-0B1C-C1FB332634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38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29DCE51-10AD-0CD9-39D2-ADD3D267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739584-07A3-6A03-8AC9-D2A84F17FC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57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9A40132-73ED-BFEF-299E-1785538B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D7B2F2-CBA9-126A-19F4-3ACD9539FD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603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9D80535-D677-CEB0-1216-7812DF3B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3E35C2-3785-117D-DE3E-7E8B75E30A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4753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BF112F6-763A-B059-2B36-B68395652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0BB637-6B39-2C4B-9A13-50C909B4A2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401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CC5CDF4-9150-7679-3D30-B6F6FFDC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0A09CA-06AC-A327-6C7C-0C2438AB49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62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B0E63B8F-E2D0-3BC5-4073-15474FA1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E6A187-86C8-2B22-6430-060CFA3604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89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001696B2-6919-077E-B199-7B7619B3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06F072-2E87-3EE8-50B2-CFC28678E9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850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51BC2D21-171A-FECC-CDD7-81010FEC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6CD0BC-29D4-4B9F-EAA3-60FA0B416A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5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AC43A25-C260-7F81-54AF-76765939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CFC04B-0B0C-FA2F-840F-9EB9BEA49D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923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6B12820D-363B-DF62-51AE-2982051C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D65FDE-CCD4-3125-D146-60A9E13A11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907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87D10EA-8F02-85D8-6075-0009543F8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CC9C60-11CD-64D6-C8C6-ED00F0DD8D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2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6A2EEB07-197B-8ACF-2BA3-63805AA5C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3CB087-591B-9D08-7448-B6F2EAC557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445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2FC70A5B-C7A7-9254-6BE4-D10369FC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9A1A9A-ED57-487C-3301-1BF7270817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(4:3)</PresentationFormat>
  <Paragraphs>0</Paragraphs>
  <Slides>53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57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Natalya Bychkova</dc:creator>
  <cp:lastModifiedBy>Natalya Bychkova</cp:lastModifiedBy>
  <cp:revision>1</cp:revision>
  <dcterms:created xsi:type="dcterms:W3CDTF">2026-09-19T07:10:27Z</dcterms:created>
  <dcterms:modified xsi:type="dcterms:W3CDTF">2026-09-19T07:10:27Z</dcterms:modified>
</cp:coreProperties>
</file>