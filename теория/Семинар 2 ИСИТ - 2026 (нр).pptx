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71" r:id="rId3"/>
    <p:sldId id="272" r:id="rId4"/>
    <p:sldId id="273" r:id="rId5"/>
    <p:sldId id="274" r:id="rId6"/>
    <p:sldId id="275" r:id="rId7"/>
    <p:sldId id="276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114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800163-7ABB-37DB-FB2C-E3F1DC8D3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DA6C28A-08B3-2CFD-3635-555A9CB70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9C713-8E44-44DD-8E6B-0085A9BC709F}" type="datetimeFigureOut">
              <a:rPr lang="ru-RU" smtClean="0"/>
              <a:t>25.09.2026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7D21D2A-AABB-CC2F-96E3-233C04356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3AA364A-208B-BF62-BAD7-2228BF22E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09B26-15AC-46E9-90E1-0841F7E1A9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2573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C858A7-62EF-2A89-3376-CD14EF159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0B7658E-FC9E-D9B4-0AB1-2B88710F5F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755AE21-53C7-07C7-8077-EA21581D3F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C9C713-8E44-44DD-8E6B-0085A9BC709F}" type="datetimeFigureOut">
              <a:rPr lang="ru-RU" smtClean="0"/>
              <a:t>25.09.2026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C22F666-85DD-6102-6921-E1589F3F61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FC0F697-0062-6012-B514-1D4843A018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809B26-15AC-46E9-90E1-0841F7E1A9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5685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8F0ABE39-38CA-871D-E7BC-712C2A0B8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E7A9D8A-A1B6-996F-5DAF-D019272ABBB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2483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B73FD431-F7CB-23C9-0BD3-755CC02FB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805CD46-5838-78FC-2E34-2A82A49980C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6570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CAFD9CF9-5988-FE7D-4E39-212276655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2DC1FCD-06D4-14FA-1169-2DADA0A4598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906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F6781588-4DBF-8746-8B32-B61B6DAFF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A10579E-1C71-6214-64DD-F0F4B457345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8804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CA40AD4F-0A7D-68D2-1E0A-F0380843E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71CB8A3-F7CD-F8CB-CA28-51C033358CF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0765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31EC5B50-A325-218A-5F66-A34D96FBA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A9C0879-AD9D-B37F-CEF9-60336E84BB3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8545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ECF71697-3182-72F6-1624-04159234E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417A8A2-3C1C-0084-355C-741DE8F20F6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58163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Natalya Bychkova</dc:creator>
  <cp:lastModifiedBy>Natalya Bychkova</cp:lastModifiedBy>
  <cp:revision>2</cp:revision>
  <dcterms:created xsi:type="dcterms:W3CDTF">2026-09-25T11:46:04Z</dcterms:created>
  <dcterms:modified xsi:type="dcterms:W3CDTF">2026-09-25T11:47:06Z</dcterms:modified>
</cp:coreProperties>
</file>