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E8861-5056-5E72-0F41-29F1402FB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37536A-6763-A290-75D5-996103B9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488F7-EDFA-4822-AD95-468F6474A220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DB7498-5E97-7E9E-12E8-F9463939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3A24DD7-C5AC-AA42-4B8F-15ECF8C2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EF14-7D6F-4CDF-8BD6-D007DA15C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65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B7B2E-400C-37EE-A504-426D4E8B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D62B8F-B256-ADD1-3902-FC8C44E0E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56EFAD-5171-8781-6B99-5BD3C8562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488F7-EDFA-4822-AD95-468F6474A220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E45455-B705-3262-FAEA-412D80D07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585D0C-0FAE-A7A2-1821-9F8F49F03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1EF14-7D6F-4CDF-8BD6-D007DA15C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02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6506A2CE-2E40-ABF2-3D2C-FA998435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15D774-5147-3C0D-991D-04254C519C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4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2CFF376-27FB-4F20-7FB9-D35468F2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5D31FB-77BE-2CE4-ABE4-B47CC80C02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3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A8837E50-00D2-564B-DA08-8917FB18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B1D892-CEB2-0D80-16FF-DDCDA551E2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50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E267223-39C5-948C-152B-DC483A71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7263CF-016E-9D88-21E0-BCA0BB83A2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908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9DCC804A-7D9C-C7CD-DB8A-67364340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537298-5303-CADB-3BE4-DE7E1F4CE0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65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A8B3542D-8664-DBC4-2C4C-BF608B6E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E04A0B-2EC5-AA3E-6A71-5315D521C5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60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9EA3DDE2-21BA-E269-F13D-D99E1467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3F2F63-4A94-D7A5-6B16-DE5D532964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86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6E188312-A4AD-C716-4D0F-48D6C72B5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53FDEF-F86C-205A-42BA-698CEA406D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709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23617D5B-06B7-4730-D662-2BD1663E9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2FD814-3AEF-0E2B-CF8E-1658F2B151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8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C6D8D655-FE04-71E1-A7D8-689BEBA5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E1D3D2-E1F9-A13D-2621-33DC295A5D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94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9EBCBE6-1304-8C1F-299C-FFF94A8B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4F06D6-77F4-8F9E-B944-D57F897EC6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29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6A3A6F7-C396-AB76-ABF3-E2D3F01F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80CD44-318A-6A7D-D1CA-05BEE915AC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57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73AD9B00-11F3-719C-2646-C9299E1B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0C951C-7EC6-F2E4-B600-956F47FF49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96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8BDF63EC-7233-BC04-232A-62798899B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6F7F08-A08B-FCC3-0A97-DBA118995C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59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B1DC5FCE-949D-DE7C-C469-0C749292C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7C0420-DED1-E88A-09E1-B3B4702D52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70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FBD640E-D8B5-0B95-232C-FD4AFDC3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CEEED7-0DEA-CA07-4CC6-96F4BFACB1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13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96952AEF-2154-FD99-5D96-76F9049EA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13E263-A29F-7902-8136-E7C2F15DC1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55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09883182-8F54-002E-9CA0-EDB6DA6E0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68EBDC-4D76-EEB7-44E7-8198F59748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990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81CA093-CCEA-4664-12B5-8D73E097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A33814-E249-56A1-10FF-F127F23EF4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4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F49DFDC6-FF19-FD21-981E-5A28C310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7747CC-D27A-79D9-DC05-0F989E32AB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294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Natalya Bychkova</dc:creator>
  <cp:lastModifiedBy>Natalya Bychkova</cp:lastModifiedBy>
  <cp:revision>1</cp:revision>
  <dcterms:created xsi:type="dcterms:W3CDTF">2026-09-12T11:15:22Z</dcterms:created>
  <dcterms:modified xsi:type="dcterms:W3CDTF">2026-09-12T11:15:22Z</dcterms:modified>
</cp:coreProperties>
</file>